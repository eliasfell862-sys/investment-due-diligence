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</p:sldIdLst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/>
      <p:grpSpPr/>
      <p:sp>
        <p:nvSpPr>
          <p:cNvPr id="9" name="Notes Placeholder"/>
          <p:cNvSpPr/>
          <p:nvPr/>
        </p:nvSpPr>
        <p:spPr/>
        <p:txBody>
          <a:bodyPr/>
          <a:lstStyle/>
          <a:p>
            <a:r>
              <a:t>Forecast: 2026 ARR: RMB 200 million</a:t>
            </a:r>
          </a:p>
        </p:txBody>
      </p:sp>
    </p:spTree>
  </p:cSld>
</p:notes>
</file>

<file path=ppt/slides/_rels/slide2.xml.rels><?xml version="1.0" encoding="UTF-8" standalone="yes"?><Relationships xmlns="http://schemas.openxmlformats.org/package/2006/relationships"><Relationship Id="notes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/>
      <p:grpSpPr/>
      <p:sp>
        <p:nvSpPr>
          <p:cNvPr id="2" name="Company"/>
          <p:cNvSpPr/>
          <p:nvPr/>
        </p:nvSpPr>
        <p:spPr/>
        <p:txBody>
          <a:bodyPr/>
          <a:lstStyle/>
          <a:p>
            <a:r>
              <a:t>Company Name: Nebula Analytics</a:t>
            </a:r>
          </a:p>
        </p:txBody>
      </p:sp>
      <p:sp>
        <p:nvSpPr>
          <p:cNvPr id="4" name="Business"/>
          <p:cNvSpPr/>
          <p:nvPr/>
        </p:nvSpPr>
        <p:spPr/>
        <p:txBody>
          <a:bodyPr/>
          <a:lstStyle/>
          <a:p>
            <a:r>
              <a:t>Business Description: Enterprise data platform</a:t>
            </a:r>
          </a:p>
        </p:txBody>
      </p:sp>
      <p:graphicFrame>
        <p:nvGraphicFramePr>
          <p:cNvPr id="3" name="Revenue table"/>
          <p:cNvGraphicFramePr/>
          <p:nvPr/>
        </p:nvGraphicFramePr>
        <p:xfrm/>
        <a:graphic>
          <a:graphicData uri="http://schemas.openxmlformats.org/drawingml/2006/table">
            <a:tbl>
              <a:tblPr/>
              <a:tblGrid/>
              <a:tr h="1">
                <a:tc>
                  <a:txBody>
                    <a:bodyPr/>
                    <a:lstStyle/>
                    <a:p>
                      <a:r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</a:tr>
              <a:tr h="1">
                <a:tc>
                  <a:txBody>
                    <a:bodyPr/>
                    <a:lstStyle/>
                    <a:p>
                      <a:r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RMB 120 million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/>
      <p:grpSpPr/>
      <p:sp>
        <p:nvSpPr>
          <p:cNvPr id="7" name="Team"/>
          <p:cNvSpPr/>
          <p:nvPr/>
        </p:nvSpPr>
        <p:spPr/>
        <p:txBody>
          <a:bodyPr/>
          <a:lstStyle/>
          <a:p>
            <a:r>
              <a:t>TEAM: Operators and engineers with ten years experience</a:t>
            </a:r>
          </a:p>
        </p:txBody>
      </p:sp>
    </p:spTree>
  </p:cSld>
</p:sld>
</file>